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0B981"/>
                </a:solidFill>
              </a:defRPr>
            </a:pPr>
            <a:r>
              <a:t>FOODBRIDGE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Save Food. Feed People. Reduce Waste.</a:t>
            </a:r>
          </a:p>
          <a:p>
            <a:br/>
            <a:pPr>
              <a:defRPr sz="1600">
                <a:solidFill>
                  <a:srgbClr val="94A3B8"/>
                </a:solidFill>
              </a:defRPr>
            </a:pPr>
            <a:r>
              <a:t>A Real-Time Autonomous Marketplace Connecting Restaurants, Bakeries &amp; Hotels with Local Shelters, NGOs, &amp; Discount Buyers.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PROBLEM STATEMENT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The Massive Food Surplus &amp; Hunger Paradox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🍕 RESTAURANT CRISIS</a:t>
            </a:r>
          </a:p>
          <a:p/>
          <a:p>
            <a:r>
              <a:t>• Over 68 Million Tons of surplus food dumped annually in India alone.</a:t>
            </a:r>
          </a:p>
          <a:p/>
          <a:p>
            <a:r>
              <a:t>• Kitchens suffer massive revenue loss on unsold prepared food.</a:t>
            </a:r>
          </a:p>
          <a:p/>
          <a:p>
            <a:r>
              <a:t>• High logistics barrier to organize donations.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43984" y="146304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❤️ NGO &amp; SHELTER SHORTAGE</a:t>
            </a:r>
          </a:p>
          <a:p/>
          <a:p>
            <a:r>
              <a:t>• 190+ Million people face daily food insecurity.</a:t>
            </a:r>
          </a:p>
          <a:p/>
          <a:p>
            <a:r>
              <a:t>• Local shelters struggle with unpredictable food supply and high procurement costs.</a:t>
            </a:r>
          </a:p>
          <a:p/>
          <a:p>
            <a:r>
              <a:t>• Zero real-time visibility on available nearby surplus.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65592" y="146304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📉 ENVIRONMENTAL IMPACT</a:t>
            </a:r>
          </a:p>
          <a:p/>
          <a:p>
            <a:r>
              <a:t>• Food waste accounts for 8%-10% of total global greenhouse emissions (CO₂).</a:t>
            </a:r>
          </a:p>
          <a:p/>
          <a:p>
            <a:r>
              <a:t>• Lack of tax-deduction tracking prevents commercial incentive to donate.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THE SOLUTION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FoodBridge: Real-Time Two-Sided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An autonomous, mobile-first marketplace linking food businesses with verified NGOs, riders, and budget buyers.</a:t>
            </a:r>
          </a:p>
          <a:p>
            <a:br/>
            <a:pPr>
              <a:defRPr sz="1600" b="1">
                <a:solidFill>
                  <a:srgbClr val="10B981"/>
                </a:solidFill>
              </a:defRPr>
            </a:pPr>
            <a:r>
              <a:t>📍 Live Interactive GPS Map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Geolocated Google Maps interface listing nearby surplus with live Directions routing.</a:t>
            </a:r>
          </a:p>
          <a:p>
            <a:br/>
            <a:pPr>
              <a:defRPr sz="1600" b="1">
                <a:solidFill>
                  <a:srgbClr val="10B981"/>
                </a:solidFill>
              </a:defRPr>
            </a:pPr>
            <a:r>
              <a:t>⚡ AI Freshness &amp; Expiry Engine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Predicts exact remaining shelf life based on prep time, packaging, and ambient temp.</a:t>
            </a:r>
          </a:p>
          <a:p>
            <a:br/>
            <a:pPr>
              <a:defRPr sz="1600" b="1">
                <a:solidFill>
                  <a:srgbClr val="10B981"/>
                </a:solidFill>
              </a:defRPr>
            </a:pPr>
            <a:r>
              <a:t>📄 Automated 80G Tax Receipts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Instantly generates compliant Section 80G tax-deduction PDF certificates for donating businesses.</a:t>
            </a:r>
          </a:p>
          <a:p>
            <a:br/>
            <a:pPr>
              <a:defRPr sz="1600" b="1">
                <a:solidFill>
                  <a:srgbClr val="10B981"/>
                </a:solidFill>
              </a:defRPr>
            </a:pPr>
            <a:r>
              <a:t>💳 Tiered Subscription &amp; Wallet Payouts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Stripe Checkout for paid restaurant tiers (Starter, Growth, Enterprise) with instant wallet payouts.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BUSINESS MODEL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Monetization &amp; Subscription Tiers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STARTER TIER</a:t>
            </a:r>
          </a:p>
          <a:p>
            <a:r>
              <a:t>₹1,999 / mo ($29)</a:t>
            </a:r>
          </a:p>
          <a:p/>
          <a:p>
            <a:r>
              <a:t>• For Single Restaurants &amp; Bakeries</a:t>
            </a:r>
          </a:p>
          <a:p>
            <a:r>
              <a:t>• Unlimited Surplus Listings</a:t>
            </a:r>
          </a:p>
          <a:p>
            <a:r>
              <a:t>• Standard 80G Tax Receipts</a:t>
            </a:r>
          </a:p>
          <a:p>
            <a:r>
              <a:t>• Live GPS Marker on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43984" y="164592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GROWTH TIER</a:t>
            </a:r>
          </a:p>
          <a:p>
            <a:r>
              <a:t>₹6,999 / mo ($99)</a:t>
            </a:r>
          </a:p>
          <a:p/>
          <a:p>
            <a:r>
              <a:t>• For Multi-Branch Chains &amp; Hotels</a:t>
            </a:r>
          </a:p>
          <a:p>
            <a:r>
              <a:t>• Priority AI Matching &amp; Routing</a:t>
            </a:r>
          </a:p>
          <a:p>
            <a:r>
              <a:t>• Express Wallet Payouts</a:t>
            </a:r>
          </a:p>
          <a:p>
            <a:r>
              <a:t>• Automated ESG Compliance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65592" y="164592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ENTERPRISE &amp; MARKETPLACE</a:t>
            </a:r>
          </a:p>
          <a:p>
            <a:r>
              <a:t>Custom Tier + 10% Fee</a:t>
            </a:r>
          </a:p>
          <a:p/>
          <a:p>
            <a:r>
              <a:t>• For Supermarket Chains &amp; Caterers</a:t>
            </a:r>
          </a:p>
          <a:p>
            <a:r>
              <a:t>• Direct Spring Boot API Integration</a:t>
            </a:r>
          </a:p>
          <a:p>
            <a:r>
              <a:t>• Discount Surplus Marketplace Fee (10% per sale)</a:t>
            </a:r>
          </a:p>
          <a:p>
            <a:r>
              <a:t>• Dedicated Logistics Partner Dispatch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TECHNOLOGY ARCHITECTURE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Enterprise Production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>
                <a:solidFill>
                  <a:srgbClr val="10B981"/>
                </a:solidFill>
              </a:defRPr>
            </a:pPr>
            <a:r>
              <a:t>• Frontend Web Platform: 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React (Vite), Tailwind CSS, Lucide Icons, Leaflet &amp; Google Maps API</a:t>
            </a:r>
            <a:br/>
          </a:p>
          <a:p>
            <a:pPr>
              <a:defRPr b="1" sz="1600">
                <a:solidFill>
                  <a:srgbClr val="10B981"/>
                </a:solidFill>
              </a:defRPr>
            </a:pPr>
            <a:r>
              <a:t>• Cross-Platform Mobile App: 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Flutter 3.x Native App (Android APK &amp; iOS) + Capacitor Webview wrapper</a:t>
            </a:r>
            <a:br/>
          </a:p>
          <a:p>
            <a:pPr>
              <a:defRPr b="1" sz="1600">
                <a:solidFill>
                  <a:srgbClr val="10B981"/>
                </a:solidFill>
              </a:defRPr>
            </a:pPr>
            <a:r>
              <a:t>• Backend REST Services: 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Spring Boot 3.2 (Java 17), Spring Security JWT, Google OAuth2, WebSockets</a:t>
            </a:r>
            <a:br/>
          </a:p>
          <a:p>
            <a:pPr>
              <a:defRPr b="1" sz="1600">
                <a:solidFill>
                  <a:srgbClr val="10B981"/>
                </a:solidFill>
              </a:defRPr>
            </a:pPr>
            <a:r>
              <a:t>• Database &amp; Schema: 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MySQL 8.0 / PostgreSQL with 23 relational tables (users, listings, subscriptions, receipts)</a:t>
            </a:r>
            <a:br/>
          </a:p>
          <a:p>
            <a:pPr>
              <a:defRPr b="1" sz="1600">
                <a:solidFill>
                  <a:srgbClr val="10B981"/>
                </a:solidFill>
              </a:defRPr>
            </a:pPr>
            <a:r>
              <a:t>• Integrations &amp; Infra: 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Stripe Subscription Billing, Firebase Phone Auth OTP, Resend Email + Twilio SMS Alerts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